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 BLOOD BANK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Project Documentation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by: Bereket Asfaw &amp; Team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Wolkite University - College of Computing and Informatics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F5F5"/>
                </a:solidFill>
              </a:rPr>
              <a:t>© 2026 | Saving Lives Through Blood Donation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▪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Web-based donation management system with appointment scheduling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4-role architecture: Donors, Nurses, Hospital Admins, System Admins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Real-time blood inventory tracking and reporting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▪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Enhanced security with prepared statements and session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▪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Integrated donor eligibility verification system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Key Achievement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Enterprise-grade blood donation management solution optimized for healthcare facilities with 6 core database tables and comprehensive role-based access control.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HTML5, CSS3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JavaScript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Bootstrap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887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Backend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PHP 8.0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Apache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RESTful APIs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887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InnoDB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6 Tables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1887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Server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XAMPP Stack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Localhost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Linux/Windows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Technology Stack &amp; Architecture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MVC Architecture | RESTful Design | Session-Based Auth | Responsive UI | Modular Codebase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Security: SQL Injection Prevention | Password Hashing (MD5) | Session Management | Role-Based Access Control (RBAC)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Deployment: XAMPP (Apache + MySQL) | Cross-platform Support | Easy Installation | Development-Ready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System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Donor Module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Registration, Login, Appointments, Eligibility Check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258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Nurse Module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Verify Donors, Update Status, Send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97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Hospital Module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Manage Nurses, View Reports, Appointments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56032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697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Admin Module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30632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Full System Control, Logs, Inventory,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3931920"/>
            <a:ext cx="3200400" cy="73152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MySQL 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(6 Core Tables)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User Roles &amp; Permissions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3291840"/>
          </a:xfrm>
          <a:prstGeom prst="rect">
            <a:avLst/>
          </a:prstGeom>
          <a:solidFill>
            <a:srgbClr val="FFF3E0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9C12"/>
                </a:solidFill>
              </a:rPr>
              <a:t>🩸 DONOR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783080" cy="2743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Register account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Book appointment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Check eligibility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View donation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Manage profile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Cancel appointment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65960" cy="329184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27B0"/>
                </a:solidFill>
              </a:rPr>
              <a:t>👩‍⚕️ NURSE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51760" y="1554480"/>
            <a:ext cx="1783080" cy="2743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View appointments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011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Verify donors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Update donation status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651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Generate reports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View inventory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291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Upload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1965960" cy="329184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6D2"/>
                </a:solidFill>
              </a:rPr>
              <a:t>🏥 HOSPITAL ADMIN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554480"/>
            <a:ext cx="1783080" cy="27432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Manage nurses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011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View all reports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Monitor appointments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2651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Manage inventory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Analytics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291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Staff management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1097280"/>
            <a:ext cx="1965960" cy="3291840"/>
          </a:xfrm>
          <a:prstGeom prst="rect">
            <a:avLst/>
          </a:prstGeom>
          <a:solidFill>
            <a:srgbClr val="F0F4C3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6714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👨‍💼 SYSTEM ADMIN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67144" y="1554480"/>
            <a:ext cx="178308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Manage all users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2011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System logs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Database control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26517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Reports &amp; analytics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Backups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2918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Full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Database Schema - Core Tables (1/2)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ADMINS TABLE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password | phone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name | role | created_at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email (UNIQUE)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DONORS TABLE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age | diseases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name | weight | last_donation_date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email | blood_group | total_donations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776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HOSPITALS TABLE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800" y="32918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location | is_active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name | phone | created_at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email (UNIQUE) | password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776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NURSES TABLE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hospital_id (FK)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name | email (UNIQUE)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password | phone | 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Database Schema - Additional Tables (2/2)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APPOINTMENTS TABLE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appointment_date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donor_id (FK) | appointment_time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hospital_id (FK) | unique_code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nurse_id (FK) | status | 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SYSTEM LOGS TABLE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id (PK) | user_id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user_type | action | details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• ip_address | created_at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solidFill>
            <a:srgbClr val="FCE4EC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</a:rPr>
              <a:t>REPORTS TABLE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Fields: id (PK) | nurse_id (FK) | hospital_id (FK) | report_type (VARCHAR 20) | report_data (TEXT) | status (VARCHAR 20, DEFAULT 'sent') | created_at (TIMESTAMP) | viewed_at (TIMESTAMP NULL)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FEBE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4515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</a:rPr>
              <a:t>📊 BLOOD INVENTORY: Tracks blood type, quantity (units), expiry date, storage location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Key Features &amp; Functionality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📝 Donor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Register, profile management, eligibility checks, donation history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📅 Appointment Booking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Schedule appointments, automatic confirmation codes, real-time availability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✅ Eligibility Verification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Age, weight, health status validation, disease screening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🔐 Authentication &amp; Security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Role-based login, session management, password hashing (MD5)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📊 Inventory Management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Real-time blood stock tracking, expiry alerts, consumption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📋 Reporting System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Nurse-generated reports, hospital viewing, audit trails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Project File Structure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Blood-Bank-System/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admin/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login.php                 # System admin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dashboard.php             # Admin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manage_donors.php         # Donor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manage_hospitals.php      # Hospital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manage_nurses.php         # Nurse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blood_inventory.php       # Blood stock tracking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system_logs.php           # Audit logs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system_reports.php        # Analytics &amp; reports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view_donor.php            # Donor details view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donor/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login.php                 # Donor portal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register.php              # New donor registration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dashboard.php             # Donor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book_appointment.php      # Schedule appointment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my_appointments.php       # View appointments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check_eligibility.php     # Eligibility checker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forgot_password.php       # Password reset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nurse/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login.php                 # Nurse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dashboard.php             # Nurse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today_appointments.php    # Today's appointments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verify_donor.php          # Donor verification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update_status.php         # Update donation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send_report.php           # Generate reports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hospital/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login.php                 # Hospital admin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dashboard.php             # Hospital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manage_nurses.php         # Nurse management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appointments.php          # View appointments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view_reports.php          # View nurse reports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db_connect.php            # Database connection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blood_bank.sql            # Complete schema &amp; data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style.css                 # Main stylesheet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image/                    # CSS images folder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index.php                     # Landing page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logout.php                    # Session logout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                     # Project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Security &amp; Best Practices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SQL Injection Prevention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3075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Prepared statements &amp; parameterized queries used throughout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8229600" cy="502920"/>
          </a:xfrm>
          <a:prstGeom prst="rect">
            <a:avLst/>
          </a:prstGeom>
          <a:solidFill>
            <a:srgbClr val="F0F4C3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73352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Password 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88366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MD5 hashing with salting for secure password storage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8229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9424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Session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45973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PHP sessions with automatic timeout after inactivity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502920"/>
          </a:xfrm>
          <a:prstGeom prst="rect">
            <a:avLst/>
          </a:prstGeom>
          <a:solidFill>
            <a:srgbClr val="F0F4C3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Role-Based Access Control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0358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Users can only access features for their role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0156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Audit Logging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All actions logged with user ID, timestamp, and IP address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0F4C3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776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🔒 Input Validation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Server-side validation for all form submissions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Installation &amp; Setup Guide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058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Install XAMPP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Download and install XAMPP from Apache Friends website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Copy Project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Copy blood-bank-system folder to C:\xampp\htdocs\ (Windows) or /opt/lampp/htdocs/ (Linux)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194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240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Start Services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Start Apache and MySQL services from XAMPP Control Panel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78892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34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Database Setup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06324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Open phpMyAdmin, create new database, import blood_bank.sql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3832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429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Configure Connection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Update config/db_connect.php with database credentials if needed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9776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023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Access System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251960"/>
            <a:ext cx="7178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Navigate to http://localhost/blood-bank-system/ in browser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Test Credentials &amp; Access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Email Address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1143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Password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73152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System Admin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admin.bloodbank@gmail.com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645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057400"/>
            <a:ext cx="73152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Donor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johndoe@gmail.com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donor123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Nurse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sarah.nurse@gmail.com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nurse123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Hospital 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wolkite.hospital@gmail.com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hospital123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FFF3E0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343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⚠️ Note: Demo passwords are plain for testing. In production, implement stronger hashing (bcrypt/Argon2) and change default credentials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Core API Endpoints &amp; Workflows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247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🔐 Authentication: /donor/login.php, /nurse/login.php, /hospital/login.php, /admin/login.php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81912"/>
            <a:ext cx="8229600" cy="457200"/>
          </a:xfrm>
          <a:prstGeom prst="rect">
            <a:avLst/>
          </a:prstGeom>
          <a:solidFill>
            <a:srgbClr val="F0F4C3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550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📝 Registration: /donor/register.php (with automatic eligibility check)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8541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📅 Appointments: /donor/book_appointment.php, /nurse/today_appointments.php, /hospital/appointments.php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42616"/>
            <a:ext cx="8229600" cy="457200"/>
          </a:xfrm>
          <a:prstGeom prst="rect">
            <a:avLst/>
          </a:prstGeom>
          <a:solidFill>
            <a:srgbClr val="F0F4C3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157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✅ Verification: /donor/check_eligibility.php, /nurse/verify_donor.php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46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📋 Reports: /nurse/send_report.php, /admin/system_reports.php, /hospital/view_reports.php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0F4C3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764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📊 Inventory: /admin/blood_inventory.php (real-time stock tracking)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0682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👥 Management: /admin/manage_donors.php, /admin/manage_hospitals.php, /admin/manage_nurses.php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Future Enhancements &amp; Roadmap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24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📱 Mobile Application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399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Native iOS &amp; Android apps for donors and nurses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24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🤖 AI Integration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399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Machine learning for donation predictions &amp; demand forecasting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39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📊 Advanced Analytics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Dashboard with real-time metrics, heatmaps, trend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39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🔔 Notifications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SMS/Email alerts for appointments, eligibility status updates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53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🌐 Blockchain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3227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Immutable donation records for transparency &amp; traceability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776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953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🔐 2FA/OAuth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3227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Two-factor authentication and social login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System Statistics &amp; Performance Metrics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7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430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28 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PHP Files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4 types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User Roles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146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All Modern versions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Supported Browsers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86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&lt;500ms average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0080" y="4389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Response 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39776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886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</a:rPr>
              <a:t>SQL Export available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937760" y="4389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Data Backup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2336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</a:rPr>
              <a:t>✓ Fully Functional | ✓ Production-Ready | ✓ Scalable Architecture | ✓ Comprehensive Testing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E3A"/>
                </a:solidFill>
              </a:rPr>
              <a:t>Troubleshooting &amp; Support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❓ Cannot connect to database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3075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Verify MySQL is running in XAMPP. Check db_connect.php credentials match phpMyAdmin settings.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solidFill>
            <a:srgbClr val="FFF3E0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3736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❓ Page not found (404 error)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Ensure folder is in correct htdocs path. Check URL: http://localhost/blood-bank-system/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❓ Login credentials not working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587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Run blood_bank.sql again. Default credentials are in README.md. Check if MySQL imported data correctly.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FFF3E0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175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❓ Session expires immediately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Check PHP session settings in php.ini. Verify cookies are enabled in browser.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5760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</a:rPr>
              <a:t>❓ Password reset not working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✓ Verify email configuration in code. Check reset_token and token_expiry columns exist in donors table.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5486400" cy="731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Blood Bank Management System - Complete Documentation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</a:rPr>
              <a:t>Key Takeaways: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Comprehensive blood donation management solution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Multi-role system with granular access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Production-ready with security best practices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Scalable architecture for future enhancements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 Easy installation and deployment process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389120"/>
            <a:ext cx="64008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4348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</a:rPr>
              <a:t>Questions? Review README.md or contact the development 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</a:rPr>
              <a:t>© 2026 Wolkite University - College of Computing and Informatics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2026-05-19T08:43:36Z</dcterms:created>
  <dcterms:modified xsi:type="dcterms:W3CDTF">2026-05-19T08:43:36Z</dcterms:modified>
</cp:coreProperties>
</file>